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760720" cy="4453128"/>
  <p:notesSz cx="4453128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  One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iteration: privacy-free exploration, private scoring</a:t>
            </a:r>
            <a:endParaRPr lang="en-US" sz="900" dirty="0"/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15468"/>
            <a:ext cx="23774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survivors 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baseline="-4000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next iteration  (×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680" dirty="0"/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PRIVACY-FREE</a:t>
            </a:r>
            <a:endParaRPr lang="en-US" sz="760" dirty="0"/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PRIVATE-DATA ACCESS</a:t>
            </a:r>
            <a:endParaRPr lang="en-US" sz="760" dirty="0"/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POST-PROCESSING</a:t>
            </a:r>
            <a:endParaRPr lang="en-US" sz="760" dirty="0"/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mutation</a:t>
            </a:r>
            <a:endParaRPr lang="en-US" sz="780" dirty="0"/>
          </a:p>
        </p:txBody>
      </p:sp>
      <p:sp>
        <p:nvSpPr>
          <p:cNvPr id="21" name="a.p1.formula1"/>
          <p:cNvSpPr txBox="1"/>
          <p:nvPr/>
        </p:nvSpPr>
        <p:spPr>
          <a:xfrm>
            <a:off x="256032" y="1353312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′  ∼  Mutate(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),  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t−1</a:t>
            </a:r>
            <a:endParaRPr lang="en-US" sz="760" dirty="0"/>
          </a:p>
        </p:txBody>
      </p:sp>
      <p:sp>
        <p:nvSpPr>
          <p:cNvPr id="22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only parent prompts and public randomness; never reads the private set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23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  <a:ln/>
        </p:spPr>
      </p:sp>
      <p:sp>
        <p:nvSpPr>
          <p:cNvPr id="24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25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6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  <a:ln/>
        </p:spPr>
      </p:sp>
      <p:sp>
        <p:nvSpPr>
          <p:cNvPr id="27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8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scoring</a:t>
            </a:r>
            <a:endParaRPr lang="en-US" sz="780" dirty="0"/>
          </a:p>
        </p:txBody>
      </p:sp>
      <p:sp>
        <p:nvSpPr>
          <p:cNvPr id="31" name="a.p2.formula1"/>
          <p:cNvSpPr txBox="1"/>
          <p:nvPr/>
        </p:nvSpPr>
        <p:spPr>
          <a:xfrm>
            <a:off x="2133600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mean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clip(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760" dirty="0"/>
          </a:p>
        </p:txBody>
      </p:sp>
      <p:sp>
        <p:nvSpPr>
          <p:cNvPr id="32" name="a.p2.formula2"/>
          <p:cNvSpPr txBox="1"/>
          <p:nvPr/>
        </p:nvSpPr>
        <p:spPr>
          <a:xfrm>
            <a:off x="2133600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𝒩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(0, 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zC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)²)</a:t>
            </a:r>
            <a:endParaRPr lang="en-US" sz="760" dirty="0"/>
          </a:p>
        </p:txBody>
      </p:sp>
      <p:sp>
        <p:nvSpPr>
          <p:cNvPr id="33" name="a.p2.body"/>
          <p:cNvSpPr txBox="1"/>
          <p:nvPr/>
        </p:nvSpPr>
        <p:spPr>
          <a:xfrm>
            <a:off x="2161032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candidate releases one clipped, sampled-Gaussian score from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34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  <a:ln/>
        </p:spPr>
      </p:sp>
      <p:sp>
        <p:nvSpPr>
          <p:cNvPr id="35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score releases total</a:t>
            </a:r>
            <a:endParaRPr lang="en-US" sz="640" dirty="0"/>
          </a:p>
        </p:txBody>
      </p:sp>
      <p:sp>
        <p:nvSpPr>
          <p:cNvPr id="36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7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8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 &amp; select</a:t>
            </a:r>
            <a:endParaRPr lang="en-US" sz="780" dirty="0"/>
          </a:p>
        </p:txBody>
      </p:sp>
      <p:sp>
        <p:nvSpPr>
          <p:cNvPr id="40" name="a.p3.formula1"/>
          <p:cNvSpPr txBox="1"/>
          <p:nvPr/>
        </p:nvSpPr>
        <p:spPr>
          <a:xfrm>
            <a:off x="4011168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Gumbel-smoothed or deterministic</a:t>
            </a:r>
            <a:endParaRPr lang="en-US" sz="720" dirty="0"/>
          </a:p>
        </p:txBody>
      </p:sp>
      <p:sp>
        <p:nvSpPr>
          <p:cNvPr id="41" name="a.p3.formula2"/>
          <p:cNvSpPr txBox="1"/>
          <p:nvPr/>
        </p:nvSpPr>
        <p:spPr>
          <a:xfrm>
            <a:off x="4011168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Top-K(private scores)</a:t>
            </a:r>
            <a:endParaRPr lang="en-US" sz="720" dirty="0"/>
          </a:p>
        </p:txBody>
      </p:sp>
      <p:sp>
        <p:nvSpPr>
          <p:cNvPr id="42" name="a.p3.body"/>
          <p:cNvSpPr txBox="1"/>
          <p:nvPr/>
        </p:nvSpPr>
        <p:spPr>
          <a:xfrm>
            <a:off x="4038600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uses only released scores; both options are post-processing.</a:t>
            </a:r>
            <a:endParaRPr lang="en-US" sz="660" dirty="0"/>
          </a:p>
        </p:txBody>
      </p:sp>
      <p:sp>
        <p:nvSpPr>
          <p:cNvPr id="43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</p:spPr>
      </p:sp>
      <p:sp>
        <p:nvSpPr>
          <p:cNvPr id="44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45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8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 never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endParaRPr lang="en-US" sz="680" dirty="0"/>
          </a:p>
        </p:txBody>
      </p:sp>
      <p:sp>
        <p:nvSpPr>
          <p:cNvPr id="50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1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optimization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(</a:t>
            </a:r>
            <a:pPr algn="l" indent="0" marL="0">
              <a:lnSpc>
                <a:spcPct val="102000"/>
              </a:lnSpc>
              <a:buNone/>
            </a:pPr>
            <a:r>
              <a:rPr lang="en-US" sz="68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records)</a:t>
            </a:r>
            <a:endParaRPr lang="en-US" sz="680" dirty="0"/>
          </a:p>
        </p:txBody>
      </p:sp>
      <p:sp>
        <p:nvSpPr>
          <p:cNvPr id="52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3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4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reads only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scores</a:t>
            </a:r>
            <a:endParaRPr lang="en-US" sz="680" dirty="0"/>
          </a:p>
        </p:txBody>
      </p:sp>
      <p:sp>
        <p:nvSpPr>
          <p:cNvPr id="56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7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accounting: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only the </a:t>
            </a:r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sampled-Gaussian score releases compose in one</a:t>
            </a:r>
            <a:endParaRPr lang="en-US" sz="720" dirty="0"/>
          </a:p>
        </p:txBody>
      </p:sp>
      <p:sp>
        <p:nvSpPr>
          <p:cNvPr id="58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RDP accountant  ⟹  overall (ε, δ)-DP.   Mutation and selection add no privacy loss.</a:t>
            </a:r>
            <a:endParaRPr lang="en-US" sz="720" dirty="0"/>
          </a:p>
        </p:txBody>
      </p:sp>
      <p:sp>
        <p:nvSpPr>
          <p:cNvPr id="59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 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B2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DP-OPT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mechanism and observed stability</a:t>
            </a:r>
            <a:endParaRPr lang="en-US" sz="900" dirty="0"/>
          </a:p>
        </p:txBody>
      </p:sp>
      <p:graphicFrame>
        <p:nvGraphicFramePr>
          <p:cNvPr id="2" name="b.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DP-ES (ours)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DP-OPT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unit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Population of complete prompts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token-by-token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Private-data access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utility scoring only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histogram queries during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Selection / recovery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Top-K on privatized scores; alternatives persist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token releases; no token-level backtracking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GSM8K (30 runs)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 ± 3.2%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 ± 28.5%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2026-08-22T07:58:10Z</dcterms:created>
  <dcterms:modified xsi:type="dcterms:W3CDTF">2026-08-22T07:58:10Z</dcterms:modified>
</cp:coreProperties>
</file>